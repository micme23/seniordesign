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0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evenhodd@ucmail.uc.edu" TargetMode="External"/><Relationship Id="rId3" Type="http://schemas.openxmlformats.org/officeDocument/2006/relationships/hyperlink" Target="mailto:vargasjp@mail.uc.edu" TargetMode="External"/><Relationship Id="rId7" Type="http://schemas.openxmlformats.org/officeDocument/2006/relationships/hyperlink" Target="mailto:creatucm@mail.uc.edu" TargetMode="External"/><Relationship Id="rId2" Type="http://schemas.openxmlformats.org/officeDocument/2006/relationships/hyperlink" Target="https://www.linkedin.com/in/juan-pablo-vargas-ba16482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christopher-m-creatura/" TargetMode="External"/><Relationship Id="rId5" Type="http://schemas.openxmlformats.org/officeDocument/2006/relationships/hyperlink" Target="mailto:mercerma@mail.uc.edu" TargetMode="External"/><Relationship Id="rId4" Type="http://schemas.openxmlformats.org/officeDocument/2006/relationships/hyperlink" Target="https://www.linkedin.com/in/michael-mercer-cs2026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Evergreen Classroom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By: Michael Mercer, Christopher </a:t>
            </a:r>
            <a:r>
              <a:rPr lang="en-US" dirty="0" err="1"/>
              <a:t>Creatura</a:t>
            </a:r>
            <a:r>
              <a:rPr lang="en-US" dirty="0"/>
              <a:t>, Juan Pablo Vargas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7236-B643-D77D-D53C-97E861A4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E06A9-B07D-9C21-58D1-550493BE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Juan Pablo Vargas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LinkedIn - </a:t>
            </a:r>
            <a:r>
              <a:rPr lang="en-US" dirty="0">
                <a:ea typeface="+mn-lt"/>
                <a:cs typeface="+mn-lt"/>
                <a:hlinkClick r:id="rId2"/>
              </a:rPr>
              <a:t>https://www.linkedin.com/in/juan-pablo-vargas-ba1648216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Email – </a:t>
            </a:r>
            <a:r>
              <a:rPr lang="en-US" dirty="0">
                <a:hlinkClick r:id="rId3"/>
              </a:rPr>
              <a:t>vargasjp@mail.uc.edu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dirty="0"/>
              <a:t>Michael Mercer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LinkedIn - </a:t>
            </a:r>
            <a:r>
              <a:rPr lang="en-US" dirty="0">
                <a:ea typeface="+mn-lt"/>
                <a:cs typeface="+mn-lt"/>
                <a:hlinkClick r:id="rId4"/>
              </a:rPr>
              <a:t>https://www.linkedin.com/in/michael-mercer-cs2026/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Email – </a:t>
            </a:r>
            <a:r>
              <a:rPr lang="en-US" dirty="0">
                <a:hlinkClick r:id="rId5"/>
              </a:rPr>
              <a:t>mercerma@mail.uc.edu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Christopher </a:t>
            </a:r>
            <a:r>
              <a:rPr lang="en-US" dirty="0" err="1"/>
              <a:t>Creatura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LinkedIn - </a:t>
            </a:r>
            <a:r>
              <a:rPr lang="en-US" dirty="0">
                <a:ea typeface="+mn-lt"/>
                <a:cs typeface="+mn-lt"/>
                <a:hlinkClick r:id="rId6"/>
              </a:rPr>
              <a:t>https://www.linkedin.com/in/christopher-m-creatura/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Email – </a:t>
            </a:r>
            <a:r>
              <a:rPr lang="en-US" dirty="0">
                <a:hlinkClick r:id="rId7"/>
              </a:rPr>
              <a:t>creatucm@mail.uc.edu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Dr. David Evenhouse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Email – </a:t>
            </a:r>
            <a:r>
              <a:rPr lang="en-US" dirty="0">
                <a:hlinkClick r:id="rId8"/>
              </a:rPr>
              <a:t>evenhodd@ucmail.uc.edu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117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E0B5-12F6-50CB-07F0-4AC6957C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143C6-AFB1-9D59-B152-357F363BC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 dirty="0"/>
              <a:t>The goal of our project is to create a tool that is a catalyst to learning. The tool Evergreen classrooms, will generate problems related to statics for professors to use for their homework assignments. The prototype will include free body diagram generation.</a:t>
            </a:r>
          </a:p>
          <a:p>
            <a:pPr>
              <a:buNone/>
            </a:pPr>
            <a:r>
              <a:rPr lang="en-US" sz="2000" b="1" dirty="0"/>
              <a:t>We want to use algorithms to implement this instead of relying on </a:t>
            </a:r>
            <a:r>
              <a:rPr lang="en-US" sz="2000" b="1" dirty="0" err="1"/>
              <a:t>api</a:t>
            </a:r>
            <a:r>
              <a:rPr lang="en-US" sz="2000" b="1" dirty="0"/>
              <a:t> calls to a large language model. That way our project is cheap to sustain, and our backend is easy to understand</a:t>
            </a:r>
          </a:p>
          <a:p>
            <a:pPr>
              <a:buNone/>
            </a:pPr>
            <a:r>
              <a:rPr lang="en-US" sz="2000" b="1" dirty="0"/>
              <a:t>We are working with multiple statics professors to deliver a prototype that will grow over the years to be a useful study tool for students, and a helpful homework creation tool for professors.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6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DE90-789E-0C8C-0C4B-9919AFB2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3931-9F1E-F712-5851-7787FE9F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D35D0-8079-0F9E-FC27-EA0C49E94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528"/>
            <a:ext cx="10515600" cy="47973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Professor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 want to generate new fresh example statics problems for homework and for practice.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 want to be able to reframe questions to be relevant to students in various fields.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 want to refresh my problems going into each new year, so that cheating isn't possible.</a:t>
            </a:r>
          </a:p>
          <a:p>
            <a:r>
              <a:rPr lang="en-US"/>
              <a:t>Student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 want easy access to numerous practice problems ahead of exams.</a:t>
            </a:r>
          </a:p>
          <a:p>
            <a:r>
              <a:rPr lang="en-US"/>
              <a:t>Teaching Assistant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 want rubrics to be able to grade quickly and accurately.</a:t>
            </a:r>
          </a:p>
        </p:txBody>
      </p:sp>
    </p:spTree>
    <p:extLst>
      <p:ext uri="{BB962C8B-B14F-4D97-AF65-F5344CB8AC3E}">
        <p14:creationId xmlns:p14="http://schemas.microsoft.com/office/powerpoint/2010/main" val="79266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2F07-1B0C-0BA0-1823-88C523C0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051C9FC0-8B94-DD8F-AE49-DE21570FED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9"/>
          <a:stretch>
            <a:fillRect/>
          </a:stretch>
        </p:blipFill>
        <p:spPr>
          <a:xfrm>
            <a:off x="5170585" y="0"/>
            <a:ext cx="67573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D89FBF-6AFB-9FF6-C4E2-641243ED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93" y="2755822"/>
            <a:ext cx="4224454" cy="1344148"/>
          </a:xfrm>
        </p:spPr>
        <p:txBody>
          <a:bodyPr>
            <a:normAutofit fontScale="90000"/>
          </a:bodyPr>
          <a:lstStyle/>
          <a:p>
            <a:r>
              <a:rPr lang="en-US" sz="4800"/>
              <a:t>Design </a:t>
            </a:r>
            <a:r>
              <a:rPr lang="en-US"/>
              <a:t>Diagram</a:t>
            </a:r>
            <a:br>
              <a:rPr lang="en-US"/>
            </a:br>
            <a:r>
              <a:rPr lang="en-US"/>
              <a:t>D0 - D1</a:t>
            </a:r>
          </a:p>
        </p:txBody>
      </p:sp>
    </p:spTree>
    <p:extLst>
      <p:ext uri="{BB962C8B-B14F-4D97-AF65-F5344CB8AC3E}">
        <p14:creationId xmlns:p14="http://schemas.microsoft.com/office/powerpoint/2010/main" val="168686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88ED-5542-F4D2-81F7-351E7AC5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36" y="2753345"/>
            <a:ext cx="4224454" cy="1344148"/>
          </a:xfrm>
        </p:spPr>
        <p:txBody>
          <a:bodyPr/>
          <a:lstStyle/>
          <a:p>
            <a:r>
              <a:rPr lang="en-US"/>
              <a:t>Design Diagram </a:t>
            </a:r>
            <a:br>
              <a:rPr lang="en-US"/>
            </a:br>
            <a:r>
              <a:rPr lang="en-US"/>
              <a:t>D2</a:t>
            </a:r>
          </a:p>
        </p:txBody>
      </p:sp>
      <p:pic>
        <p:nvPicPr>
          <p:cNvPr id="4" name="Picture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20E3032E-43E0-3D87-1819-364F59ED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1" t="81" r="2111" b="-136"/>
          <a:stretch>
            <a:fillRect/>
          </a:stretch>
        </p:blipFill>
        <p:spPr>
          <a:xfrm>
            <a:off x="7268457" y="-3721"/>
            <a:ext cx="3379120" cy="686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3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0C54-9146-C019-2AF8-778E5F5B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B455-61E9-B32E-A02E-E654B177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1BE3E-C130-438E-5496-539A2AF3C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Economic – want to avoid using API calls where possible to keep the tool cheap</a:t>
            </a:r>
          </a:p>
          <a:p>
            <a:r>
              <a:rPr lang="en-US"/>
              <a:t>Social – We want the product to deter cheating</a:t>
            </a:r>
          </a:p>
          <a:p>
            <a:r>
              <a:rPr lang="en-US"/>
              <a:t>Environmental – We want our product to not suck up large amounts of energy</a:t>
            </a:r>
          </a:p>
          <a:p>
            <a:r>
              <a:rPr lang="en-US"/>
              <a:t>Ethical – We want the product to avoid copyright</a:t>
            </a:r>
          </a:p>
        </p:txBody>
      </p:sp>
    </p:spTree>
    <p:extLst>
      <p:ext uri="{BB962C8B-B14F-4D97-AF65-F5344CB8AC3E}">
        <p14:creationId xmlns:p14="http://schemas.microsoft.com/office/powerpoint/2010/main" val="398557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685E-44BF-BFFE-6B8C-E78A8CDD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0082-7EFC-3CC4-EDC7-D15EC08DB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48E7-74D9-A938-EFEA-990BC1AD3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have contacted professors to start collecting data</a:t>
            </a:r>
          </a:p>
          <a:p>
            <a:r>
              <a:rPr lang="en-US" dirty="0"/>
              <a:t>We have been given a statics book to study Freebody diagrams</a:t>
            </a:r>
          </a:p>
          <a:p>
            <a:r>
              <a:rPr lang="en-US" dirty="0"/>
              <a:t>We have a GitHub repo setup with important details and our first draft design diagram.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3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39EE-8F9A-F96B-3E19-99235FCD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E0D5-ED65-B746-72D5-365803D9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Division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8F562-356C-A48D-A671-0E3CB21E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35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Chris- Programming lead, problem diagram creation, and solution check-in</a:t>
            </a:r>
          </a:p>
          <a:p>
            <a:endParaRPr lang="en-US"/>
          </a:p>
          <a:p>
            <a:r>
              <a:rPr lang="en-US"/>
              <a:t>Michael – Programming, word problem creation.</a:t>
            </a:r>
            <a:endParaRPr lang="en-US" err="1"/>
          </a:p>
          <a:p>
            <a:endParaRPr lang="en-US"/>
          </a:p>
          <a:p>
            <a:r>
              <a:rPr lang="en-US"/>
              <a:t>Juan Pablo – Lead of consumer research, co-lead software testing and analysis, and programming lead for Free Body Diagram creation</a:t>
            </a:r>
          </a:p>
        </p:txBody>
      </p:sp>
    </p:spTree>
    <p:extLst>
      <p:ext uri="{BB962C8B-B14F-4D97-AF65-F5344CB8AC3E}">
        <p14:creationId xmlns:p14="http://schemas.microsoft.com/office/powerpoint/2010/main" val="1758965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470F2-4CB8-E228-33E8-82444302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 for end of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B708-5A18-2E38-B93B-C5ACB4204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want to refactor our project to fit our new objective of generating free body diagrams.</a:t>
            </a:r>
          </a:p>
          <a:p>
            <a:r>
              <a:rPr lang="en-US"/>
              <a:t>We want to determine our force matrix and algorithms at a high level.</a:t>
            </a:r>
          </a:p>
        </p:txBody>
      </p:sp>
    </p:spTree>
    <p:extLst>
      <p:ext uri="{BB962C8B-B14F-4D97-AF65-F5344CB8AC3E}">
        <p14:creationId xmlns:p14="http://schemas.microsoft.com/office/powerpoint/2010/main" val="294118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E1681-AF2A-AEEF-0DE9-3CC20BEC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B4D6-AA67-954B-8432-70D6DEBC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BD880-3C58-CA0B-1C19-977436FAA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Creating a whole problem from scratch using Evergreen classrooms</a:t>
            </a:r>
          </a:p>
        </p:txBody>
      </p:sp>
    </p:spTree>
    <p:extLst>
      <p:ext uri="{BB962C8B-B14F-4D97-AF65-F5344CB8AC3E}">
        <p14:creationId xmlns:p14="http://schemas.microsoft.com/office/powerpoint/2010/main" val="18874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488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Evergreen Classroom</vt:lpstr>
      <vt:lpstr>Contact Info</vt:lpstr>
      <vt:lpstr>Abstract</vt:lpstr>
      <vt:lpstr>User Stories</vt:lpstr>
      <vt:lpstr>Design Diagram D0 - D1</vt:lpstr>
      <vt:lpstr>Design Diagram  D2</vt:lpstr>
      <vt:lpstr>Constraints</vt:lpstr>
      <vt:lpstr>Progress so far</vt:lpstr>
      <vt:lpstr>Division of Work</vt:lpstr>
      <vt:lpstr>Goal for end of term</vt:lpstr>
      <vt:lpstr>Expected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Mercer</dc:creator>
  <cp:lastModifiedBy>Mercer, Michael (mercerma)</cp:lastModifiedBy>
  <cp:revision>4</cp:revision>
  <dcterms:created xsi:type="dcterms:W3CDTF">2025-10-27T13:37:58Z</dcterms:created>
  <dcterms:modified xsi:type="dcterms:W3CDTF">2025-10-27T15:33:48Z</dcterms:modified>
</cp:coreProperties>
</file>